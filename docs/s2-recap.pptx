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設備技研 AIリスキリング研修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第2回 振り返りレポート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1488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2026年8月31日（月）｜設備技研株式会社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606040"/>
            <a:ext cx="1828800" cy="36576"/>
          </a:xfrm>
          <a:prstGeom prst="rect">
            <a:avLst/>
          </a:prstGeom>
          <a:solidFill>
            <a:srgbClr val="1A665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283464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D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採用ページ 5デザイン完成　文言9セクション完成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D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CMS準備完了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665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今日できたこと（第2回の成果）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7FBF9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38912" y="941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38912" y="1371600"/>
            <a:ext cx="3648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6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5種類のデザインが完成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38912" y="1709928"/>
            <a:ext cx="3648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仲本・佐久本・宜保・平良・前平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各自がClaudeで採用ページを制作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77724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7FBF9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36592" y="941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736592" y="1371600"/>
            <a:ext cx="3648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6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Pages で公開済み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736592" y="1709928"/>
            <a:ext cx="3648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それぞれのURLが発行され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スマホで実際に閲覧できる状態に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7FBF9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8912" y="2679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" y="3108960"/>
            <a:ext cx="3648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6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採用文言 9セクション完成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" y="3447288"/>
            <a:ext cx="3648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Googleドキュメントに全文章が集結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キャッチコピーから代表メッセージまで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51460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7FBF9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36592" y="2679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736592" y="3108960"/>
            <a:ext cx="3648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6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CMS 準備完了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736592" y="3447288"/>
            <a:ext cx="3648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管理画面・テーブル・RLS設定済み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来週の連携作業を待つだけの状態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665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来週やること（第3回）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822960"/>
          </a:xfrm>
          <a:prstGeom prst="rect">
            <a:avLst/>
          </a:prstGeom>
          <a:solidFill>
            <a:srgbClr val="F7FBF9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41832"/>
            <a:ext cx="475488" cy="475488"/>
          </a:xfrm>
          <a:prstGeom prst="ellipse">
            <a:avLst/>
          </a:prstGeom>
          <a:solidFill>
            <a:srgbClr val="1A665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84048" y="9418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85039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6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デザイン投票・1本に絞る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17957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5つのデザインを全員で比較し、採用サイトのベースとなる1つを選ぶ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37360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901952"/>
            <a:ext cx="475488" cy="475488"/>
          </a:xfrm>
          <a:prstGeom prst="ellipse">
            <a:avLst/>
          </a:prstGeom>
          <a:solidFill>
            <a:srgbClr val="1A665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4048" y="1901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181051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6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担当セクション分業制作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13969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各自2セクションを担当し、Claudeでセクション別HTMLを作る（文言はGoogleドキュメントから）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697480"/>
            <a:ext cx="8595360" cy="822960"/>
          </a:xfrm>
          <a:prstGeom prst="rect">
            <a:avLst/>
          </a:prstGeom>
          <a:solidFill>
            <a:srgbClr val="F7FBF9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862072"/>
            <a:ext cx="475488" cy="475488"/>
          </a:xfrm>
          <a:prstGeom prst="ellipse">
            <a:avLst/>
          </a:prstGeom>
          <a:solidFill>
            <a:srgbClr val="1A665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84048" y="28620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277063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6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全セクション統合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09981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9セクションを1つのHTMLに統合し、GitHub Pagesに公開する（完成！）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822192"/>
            <a:ext cx="475488" cy="475488"/>
          </a:xfrm>
          <a:prstGeom prst="ellipse">
            <a:avLst/>
          </a:prstGeom>
          <a:solidFill>
            <a:srgbClr val="1A665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84048" y="38221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373075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6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CMS連携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05993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管理画面（Supabase）で文字を変えるとサイトが自動更新される仕組みを構築する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400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次回のゴール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8138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設備技研の採用サイトが</a:t>
            </a:r>
            <a:endParaRPr lang="en-US" sz="3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インターネット上に公開される。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6517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Claudeと対話しながら、自分たちの言葉で作ったサイトです。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3200400"/>
            <a:ext cx="8138160" cy="36576"/>
          </a:xfrm>
          <a:prstGeom prst="rect">
            <a:avLst/>
          </a:prstGeom>
          <a:solidFill>
            <a:srgbClr val="1A665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338328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第3回 日程は前平さんからご連絡します。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70916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設備技研 AIリスキリング研修　第2回  2026.08.31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2026-08-31T10:49:10Z</dcterms:created>
  <dcterms:modified xsi:type="dcterms:W3CDTF">2026-08-31T10:49:10Z</dcterms:modified>
</cp:coreProperties>
</file>